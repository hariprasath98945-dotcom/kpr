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Generative AI turns a short instruction into a first draft. People stay responsible for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models predict useful text from a prompt. Always fact-check before publishing.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models create pictures from descriptions. Results can look photographic, so disclosure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Audio and video tools speed up production but can also be misused to mislead.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removes repetitive work so teams can focus on strategy and creativity.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risks are why human review and clear policies are essential.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works best as a creative partner, not a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920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Content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is changing the way we create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AI-Based Content?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audio, video and code made or assisted by AI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generative AI models trained on large datasets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give prompts, then review and refine the output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94960" y="1234440"/>
            <a:ext cx="3200400" cy="2377440"/>
          </a:xfrm>
          <a:prstGeom prst="rect">
            <a:avLst/>
          </a:prstGeom>
          <a:solidFill>
            <a:srgbClr val="E2E8F0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 here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"person using laptop with AI assistant"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turns a short instruction into a first draft. People stay responsible for quality.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emails, ads and social posts in seconds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and translations of long documents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as a draft, then edited by a person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94960" y="1234440"/>
            <a:ext cx="3200400" cy="2377440"/>
          </a:xfrm>
          <a:prstGeom prst="rect">
            <a:avLst/>
          </a:prstGeom>
          <a:solidFill>
            <a:srgbClr val="E2E8F0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 here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"writer typing on laptop"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predict useful text from a prompt. Always fact-check before publishing.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Images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photos, art and product mockups from text prompts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concept design and marketing visuals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AI images to avoid confusion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94960" y="1234440"/>
            <a:ext cx="3200400" cy="2377440"/>
          </a:xfrm>
          <a:prstGeom prst="rect">
            <a:avLst/>
          </a:prstGeom>
          <a:solidFill>
            <a:srgbClr val="E2E8F0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 here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"AI generated digital art"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models create pictures from descriptions. Results can look photographic, so disclosure matters.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and Audio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Avatars, voiceovers, music and automatic video edits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production time and cost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are a real risk, so verify sources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94960" y="1234440"/>
            <a:ext cx="3200400" cy="2377440"/>
          </a:xfrm>
          <a:prstGeom prst="rect">
            <a:avLst/>
          </a:prstGeom>
          <a:solidFill>
            <a:srgbClr val="E2E8F0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 here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"video editing studio screen"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and video tools speed up production but can also be misused to mislead.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drafts in seconds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personalize for many audiences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for routine content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ideas and variations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94960" y="1234440"/>
            <a:ext cx="3200400" cy="2377440"/>
          </a:xfrm>
          <a:prstGeom prst="rect">
            <a:avLst/>
          </a:prstGeom>
          <a:solidFill>
            <a:srgbClr val="E2E8F0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 here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"team working with analytics dashboard"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removes repetitive work so teams can focus on strategy and creativity.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Risks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or made-up information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from training data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and ownership questions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and deepfakes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94960" y="1234440"/>
            <a:ext cx="3200400" cy="2377440"/>
          </a:xfrm>
          <a:prstGeom prst="rect">
            <a:avLst/>
          </a:prstGeom>
          <a:solidFill>
            <a:srgbClr val="E2E8F0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 here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"fact checking documents desk"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risks are why human review and clear policies are essential.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clear, specific prompts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voice, data and expertise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AI use where it matters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94960" y="1234440"/>
            <a:ext cx="3200400" cy="2377440"/>
          </a:xfrm>
          <a:prstGeom prst="rect">
            <a:avLst/>
          </a:prstGeom>
          <a:solidFill>
            <a:srgbClr val="E2E8F0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 here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"business team reviewing content together"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 best as a creative partner, not a replacement.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Human = Better Content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 a creative partner, not a replacement.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Content</dc:title>
  <dc:subject>PptxGenJS Presentation</dc:subject>
  <dc:creator>PptxGenJS</dc:creator>
  <cp:lastModifiedBy>PptxGenJS</cp:lastModifiedBy>
  <cp:revision>1</cp:revision>
  <dcterms:created xsi:type="dcterms:W3CDTF">2026-10-06T09:51:26Z</dcterms:created>
  <dcterms:modified xsi:type="dcterms:W3CDTF">2026-10-06T09:51:26Z</dcterms:modified>
</cp:coreProperties>
</file>